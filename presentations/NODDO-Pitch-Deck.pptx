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¿Invirtió $8M en su proyecto...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que se vea como un sitio de $800 online?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que no puede ignorar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noddo.io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Problema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71600" y="1828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Desarrolladoras latinas invierten $2M+ en proyectos premium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...pero su sitio web convierte solo 1.5% de visitantes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36576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98.5% de leads potenciales SE PIERDEN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828800" y="4754880"/>
            <a:ext cx="8229600" cy="548640"/>
          </a:xfrm>
          <a:prstGeom prst="rect">
            <a:avLst/>
          </a:prstGeom>
          <a:solidFill>
            <a:srgbClr val="D4B05A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4754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414"/>
                </a:solidFill>
              </a:rPr>
              <a:t>100 Visitantes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828800" y="5486400"/>
            <a:ext cx="182880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54864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1.5 Leads (98.5% PERDIDOS)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noddo.io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¿Por Qué Sucede Esto?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su culpa. Las opciones actuales son: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011680"/>
          <a:ext cx="10424160" cy="3657600"/>
        </p:xfrm>
        <a:graphic>
          <a:graphicData uri="http://schemas.openxmlformats.org/drawingml/2006/table">
            <a:tbl>
              <a:tblPr/>
              <a:tblGrid>
                <a:gridCol w="2606040"/>
                <a:gridCol w="2606040"/>
                <a:gridCol w="2606040"/>
                <a:gridCol w="2606040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89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89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89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2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Agencia Custom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meses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 técnico alto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A2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Wix/WordPress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$500/mes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C87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semanas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Genérico, 0% diferenciación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2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In-house Team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$8,000/mes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C87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Requiere developers full-time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A2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noddo.io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B897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NODDO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Microsites Premium-as-a-Service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experiencia digital que sus proyectos de $10M merecen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Live en 48 horas (no 6 meses)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$299/mes (no $50,000)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0" y="5029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8% conversión (no 1.5%)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286000" y="5486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Sin equipo técnico requerido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noddo.io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Funciona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 simple que parece magia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645920" y="2286000"/>
            <a:ext cx="914400" cy="914400"/>
          </a:xfrm>
          <a:prstGeom prst="ellipse">
            <a:avLst/>
          </a:prstGeom>
          <a:solidFill>
            <a:srgbClr val="B8973A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0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414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3474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(48h)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fotos + info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proyecto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08960" y="2606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B8973A"/>
                </a:solidFill>
              </a:rPr>
              <a:t>→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389120" y="2286000"/>
            <a:ext cx="914400" cy="914400"/>
          </a:xfrm>
          <a:prstGeom prst="ellipse">
            <a:avLst/>
          </a:prstGeom>
          <a:solidFill>
            <a:srgbClr val="B8973A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414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657600" y="3474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0" y="39319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visual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código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852160" y="2606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B8973A"/>
                </a:solidFill>
              </a:rPr>
              <a:t>→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7132320" y="2286000"/>
            <a:ext cx="914400" cy="914400"/>
          </a:xfrm>
          <a:prstGeom prst="ellipse">
            <a:avLst/>
          </a:prstGeom>
          <a:solidFill>
            <a:srgbClr val="B8973A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0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414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400800" y="3474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0" y="39319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Microsite live en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dominio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95360" y="2606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B8973A"/>
                </a:solidFill>
              </a:rPr>
              <a:t>→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9875520" y="2286000"/>
            <a:ext cx="914400" cy="914400"/>
          </a:xfrm>
          <a:prstGeom prst="ellipse">
            <a:avLst/>
          </a:prstGeom>
          <a:solidFill>
            <a:srgbClr val="B8973A"/>
          </a:solidFill>
          <a:ln/>
        </p:spPr>
      </p:sp>
      <p:sp>
        <p:nvSpPr>
          <p:cNvPr id="20" name="Text 18"/>
          <p:cNvSpPr/>
          <p:nvPr/>
        </p:nvSpPr>
        <p:spPr>
          <a:xfrm>
            <a:off x="9875520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414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9144000" y="3474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44000" y="39319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automáticos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CRM + WhatsApp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noddo.io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Qué Funciona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80160" y="1645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Luxury Design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9659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Transmite exclusividad - justifica precio premium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🛰️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949440" y="1645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Mapbox Satellite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949440" y="19659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Compradores visualizan ubicación real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📸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280160" y="2926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Galería HD Categorizada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246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TODOS los acabados - reduce objeciones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949440" y="2926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+ CRM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49440" y="3246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 qué funciona - optimiza continuamente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280160" y="4206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&lt;1s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45262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rebote - cada visitante importa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📱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949440" y="4206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49440" y="45262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de tráfico mobile - diseñado para WhatsApp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noddo.io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B897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Esto es lo que VEN sus compradores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Abrir microsite demo en vivo ]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B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Zoom satelital fluido (Mapbox)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0" y="5120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B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Lightbox galería premium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0" y="5486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B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Glassmorphism contact form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noddo.io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Líderes Confían en NODDO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71600" y="1828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B897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2,450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1371600" y="2651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Capturados Q1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54880" y="1828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B897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150+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754880" y="2651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Activos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38160" y="1828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B897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89%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8138160" y="2651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Satisfacción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0" y="3657600"/>
            <a:ext cx="9144000" cy="2286000"/>
          </a:xfrm>
          <a:prstGeom prst="rect">
            <a:avLst/>
          </a:prstGeom>
          <a:solidFill>
            <a:srgbClr val="2A2A2A"/>
          </a:solidFill>
          <a:ln w="25400">
            <a:solidFill>
              <a:srgbClr val="B897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3931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"NODDO convirtió nuestro sitio en una herramienta de ventas.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Leads +340% en Q1."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B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Director Comercial, Desarrolladora Premium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noddo.io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Tecnología Enterprise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tecnología que usan unicornios... a fracción del costo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C55E"/>
                </a:solidFill>
              </a:rPr>
              <a:t>✓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1168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01168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Vercel, Netflix, TikTok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C55E"/>
                </a:solidFill>
              </a:rPr>
              <a:t>✓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01168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PostgreSQL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01168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Escalable a millones de leads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C55E"/>
                </a:solidFill>
              </a:rPr>
              <a:t>✓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01168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Mapbox GL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01168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Tesla, National Geographic, CNN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C55E"/>
                </a:solidFill>
              </a:rPr>
              <a:t>✓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011680" y="4480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Edge CDN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01168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&lt;50ms global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5303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C55E"/>
                </a:solidFill>
              </a:rPr>
              <a:t>✓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011680" y="5303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99.9% SLA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011680" y="5669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 enterprise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noddo.io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Seguridad &amp; Compliance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datos están más seguros que en su propio servidor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🔒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103120" y="2011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SSL/TLS Encryption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103120" y="2331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Tráfico 100% encriptado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🛡️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132320" y="2011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Compliance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0" y="2331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 Supabase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103120" y="3200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Ready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03120" y="3520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 EU compliant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🔐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132320" y="3200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32320" y="3520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equipos grandes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💾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2103120" y="4389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Diarios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103120" y="4709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Automáticos + recovery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🚨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132320" y="4389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132320" y="4709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Anti-spam protection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noddo.io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Inversión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71600" y="1280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Agencia Custom: $50,000 + 6 meses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71600" y="1737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in-house: $8,000/mes continuo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0" y="2286000"/>
            <a:ext cx="8229600" cy="0"/>
          </a:xfrm>
          <a:prstGeom prst="line">
            <a:avLst/>
          </a:prstGeom>
          <a:noFill/>
          <a:ln w="25400">
            <a:solidFill>
              <a:srgbClr val="B897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926080"/>
            <a:ext cx="2926080" cy="2286000"/>
          </a:xfrm>
          <a:prstGeom prst="rect">
            <a:avLst/>
          </a:prstGeom>
          <a:solidFill>
            <a:srgbClr val="222222"/>
          </a:solidFill>
          <a:ln w="2540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200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4F0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$199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914400" y="4251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4663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&lt;100 unidades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2926080"/>
            <a:ext cx="2926080" cy="2286000"/>
          </a:xfrm>
          <a:prstGeom prst="rect">
            <a:avLst/>
          </a:prstGeom>
          <a:solidFill>
            <a:srgbClr val="B8973A"/>
          </a:solidFill>
          <a:ln w="25400">
            <a:solidFill>
              <a:srgbClr val="D4B0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3200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97680" y="36576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414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$299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297680" y="4251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80560" y="4663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100-300 unidades (POPULAR)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80960" y="2926080"/>
            <a:ext cx="2926080" cy="2286000"/>
          </a:xfrm>
          <a:prstGeom prst="rect">
            <a:avLst/>
          </a:prstGeom>
          <a:solidFill>
            <a:srgbClr val="222222"/>
          </a:solidFill>
          <a:ln w="2540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0" y="3200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80960" y="36576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4F0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$599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7680960" y="4251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863840" y="4663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Desarrolladoras 5+ proyectos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71600" y="5486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4B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$299/mes = $9.96/día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D4B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que un almuerzo ejecutivo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noddo.io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ROI Calculado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conservador - Hagamos las matemáticas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828800"/>
          <a:ext cx="9144000" cy="2286000"/>
        </p:xfrm>
        <a:graphic>
          <a:graphicData uri="http://schemas.openxmlformats.org/drawingml/2006/table">
            <a:tbl>
              <a:tblPr/>
              <a:tblGrid>
                <a:gridCol w="3048000"/>
                <a:gridCol w="3048000"/>
                <a:gridCol w="30480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B89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B89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B89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NODDO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A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4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Visitantes/mes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4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4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4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 conversión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A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4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capturados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leads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leads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B89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ADICIONALES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8C87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B89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 leads/mes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A2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828800" y="4572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promedio lead: $200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adicional mensual: $6,000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NODDO: $299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200400" y="55778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B897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ROI: 1,907%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noddo.io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Qué NODDO Gana</a:t>
            </a:r>
            <a:endParaRPr lang="en-US" sz="4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424160" cy="4114800"/>
        </p:xfrm>
        <a:graphic>
          <a:graphicData uri="http://schemas.openxmlformats.org/drawingml/2006/table">
            <a:tbl>
              <a:tblPr/>
              <a:tblGrid>
                <a:gridCol w="2606040"/>
                <a:gridCol w="2606040"/>
                <a:gridCol w="2606040"/>
                <a:gridCol w="2606040"/>
              </a:tblGrid>
              <a:tr h="5878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4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Agencia Custom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4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Wix/WordPress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B8973A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4B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$500/mes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$299/mes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A2A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4B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setup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meses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C87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semanas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horas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22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4B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Diseño premium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A2A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4B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 &lt;1s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C87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22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4B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 integrado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A2A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4B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Soporte 24/7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noddo.io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 Preguntas, Respondidas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si no me gusta?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30 días money-back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Migración gratis de vuelta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1645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¿Necesito equipo técnico?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0" y="210312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0 código requerido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Onboarding incluido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Soporte 24/7 español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pasa con mi SEO?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Migramos todo su SEO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Redirects 301 automáticos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Performance = mejor ranking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3749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¿Cambios custom?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0" y="420624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API abierta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Webhooks para CRM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Enterprise: dev dedicado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noddo.io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Oferta Early Adopter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(Limitada)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2860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2 meses gratis (primeros 10 clientes)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2860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Setup prioritario (24h no 48h)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28600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Pricing locked por 2 años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28600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Migración gratis desde sitio actual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286000" y="5029200"/>
            <a:ext cx="7315200" cy="10972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4 slots disponibles este mes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286000" y="5577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expira: 31 Marzo 2026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noddo.io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¿Listo para convertir más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visitantes en compradores?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2743200" y="2926080"/>
            <a:ext cx="6400800" cy="822960"/>
          </a:xfrm>
          <a:prstGeom prst="rect">
            <a:avLst/>
          </a:prstGeom>
          <a:solidFill>
            <a:srgbClr val="B8973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0" y="29260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4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AGENDE SU DEMO PERSONALIZADA (15 MIN)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C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escriba directo: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4805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B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WhatsApp: +57 XXX XXX XXXX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D4B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hola@noddo.io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0" y="54864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8C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Sin compromiso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8C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Demo personalizada con su proyecto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8C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Cotización inmediata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noddo.io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NODDO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NODDO - Pitch Deck</dc:title>
  <dc:subject>PptxGenJS Presentation</dc:subject>
  <dc:creator>NODDO</dc:creator>
  <cp:lastModifiedBy>NODDO</cp:lastModifiedBy>
  <cp:revision>1</cp:revision>
  <dcterms:created xsi:type="dcterms:W3CDTF">2026-03-15T10:57:55Z</dcterms:created>
  <dcterms:modified xsi:type="dcterms:W3CDTF">2026-03-15T10:57:55Z</dcterms:modified>
</cp:coreProperties>
</file>